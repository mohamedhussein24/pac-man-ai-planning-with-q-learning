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6" r:id="rId2"/>
    <p:sldId id="258" r:id="rId3"/>
    <p:sldId id="260" r:id="rId4"/>
    <p:sldId id="257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2045" y="11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Wednesday, December 13,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0721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Wednesday, December 13,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2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Wednesday, December 13,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3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Wednesday, December 13,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17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Wednesday, December 13, 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67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Wednesday, December 13,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7406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Wednesday, December 13,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11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Wednesday, December 13,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23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Wednesday, December 13,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8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Wednesday, December 13,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75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Wednesday, December 13,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59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Wednesday, December 13,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420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475EE-F08C-B978-21F4-6DB265125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051551"/>
            <a:ext cx="3565524" cy="2384898"/>
          </a:xfrm>
        </p:spPr>
        <p:txBody>
          <a:bodyPr anchor="b">
            <a:normAutofit/>
          </a:bodyPr>
          <a:lstStyle/>
          <a:p>
            <a:r>
              <a:rPr lang="en-US" sz="4800" dirty="0"/>
              <a:t>Pacman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4004E0-F29D-F90C-B2A2-AE958DF6F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569008"/>
            <a:ext cx="3565525" cy="1731656"/>
          </a:xfrm>
        </p:spPr>
        <p:txBody>
          <a:bodyPr>
            <a:normAutofit/>
          </a:bodyPr>
          <a:lstStyle/>
          <a:p>
            <a:r>
              <a:rPr lang="en-US" sz="1800" dirty="0">
                <a:effectLst/>
                <a:latin typeface="Avenir Next LT Pro (Headings)"/>
                <a:ea typeface="Calibri" panose="020F0502020204030204" pitchFamily="34" charset="0"/>
              </a:rPr>
              <a:t>Mohamed Hussein 215348</a:t>
            </a:r>
          </a:p>
          <a:p>
            <a:r>
              <a:rPr lang="en-US" sz="1800" dirty="0">
                <a:effectLst/>
                <a:latin typeface="Avenir Next LT Pro (Headings)"/>
                <a:ea typeface="Calibri" panose="020F0502020204030204" pitchFamily="34" charset="0"/>
              </a:rPr>
              <a:t>Ahmed El </a:t>
            </a:r>
            <a:r>
              <a:rPr lang="en-US" sz="1800" dirty="0" err="1">
                <a:effectLst/>
                <a:latin typeface="Avenir Next LT Pro (Headings)"/>
                <a:ea typeface="Calibri" panose="020F0502020204030204" pitchFamily="34" charset="0"/>
              </a:rPr>
              <a:t>Keshawy</a:t>
            </a:r>
            <a:r>
              <a:rPr lang="en-US" sz="1800" dirty="0">
                <a:latin typeface="Avenir Next LT Pro (Headings)"/>
                <a:ea typeface="Calibri" panose="020F0502020204030204" pitchFamily="34" charset="0"/>
              </a:rPr>
              <a:t>  218403</a:t>
            </a:r>
            <a:endParaRPr lang="en-US" sz="2000" dirty="0">
              <a:solidFill>
                <a:schemeClr val="tx1">
                  <a:alpha val="60000"/>
                </a:schemeClr>
              </a:solidFill>
              <a:latin typeface="Avenir Next LT Pro (Headings)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14E8EDF7-8194-A38C-ED0E-3252D136B9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7927"/>
          <a:stretch/>
        </p:blipFill>
        <p:spPr>
          <a:xfrm>
            <a:off x="4743450" y="10"/>
            <a:ext cx="7448551" cy="6857990"/>
          </a:xfrm>
          <a:custGeom>
            <a:avLst/>
            <a:gdLst/>
            <a:ahLst/>
            <a:cxnLst/>
            <a:rect l="l" t="t" r="r" b="b"/>
            <a:pathLst>
              <a:path w="7448551" h="6858000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Graphic 7" descr="Game controller">
            <a:extLst>
              <a:ext uri="{FF2B5EF4-FFF2-40B4-BE49-F238E27FC236}">
                <a16:creationId xmlns:a16="http://schemas.microsoft.com/office/drawing/2014/main" id="{C203DE2D-5EF9-FB7B-1E0B-D5D67EFAC3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16428" y="586742"/>
            <a:ext cx="4713922" cy="4713922"/>
          </a:xfrm>
          <a:custGeom>
            <a:avLst/>
            <a:gdLst/>
            <a:ahLst/>
            <a:cxnLst/>
            <a:rect l="l" t="t" r="r" b="b"/>
            <a:pathLst>
              <a:path w="4713922" h="5759450">
                <a:moveTo>
                  <a:pt x="0" y="0"/>
                </a:moveTo>
                <a:lnTo>
                  <a:pt x="4713922" y="0"/>
                </a:lnTo>
                <a:lnTo>
                  <a:pt x="4713922" y="5759450"/>
                </a:lnTo>
                <a:lnTo>
                  <a:pt x="0" y="5759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991501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7ADB2-4CD8-6431-6C44-30832AABD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5437185" cy="1997855"/>
          </a:xfrm>
        </p:spPr>
        <p:txBody>
          <a:bodyPr wrap="square" anchor="b">
            <a:normAutofit/>
          </a:bodyPr>
          <a:lstStyle/>
          <a:p>
            <a:r>
              <a:rPr lang="en-US" b="1"/>
              <a:t>Introduction to Pac-Man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0C48D-28B3-BE54-826F-B1A4FE440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677306"/>
            <a:ext cx="5437187" cy="3415519"/>
          </a:xfrm>
        </p:spPr>
        <p:txBody>
          <a:bodyPr anchor="t">
            <a:normAutofit/>
          </a:bodyPr>
          <a:lstStyle/>
          <a:p>
            <a:r>
              <a:rPr lang="en-US" dirty="0"/>
              <a:t>Pac-Man is an iconic arcade game developed by Namco and first released in Japan in 1980. Created by game designer Toru Iwatani, it quickly became a cultural phenomenon and is one of the most recognizable video games in the world.</a:t>
            </a:r>
          </a:p>
          <a:p>
            <a:endParaRPr lang="en-US" sz="2000" dirty="0"/>
          </a:p>
        </p:txBody>
      </p:sp>
      <p:pic>
        <p:nvPicPr>
          <p:cNvPr id="7" name="Graphic 6" descr="Game controller">
            <a:extLst>
              <a:ext uri="{FF2B5EF4-FFF2-40B4-BE49-F238E27FC236}">
                <a16:creationId xmlns:a16="http://schemas.microsoft.com/office/drawing/2014/main" id="{FE2E2CE9-BDF8-F531-C14E-19154D3AF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4675" y="1072039"/>
            <a:ext cx="4713922" cy="4713922"/>
          </a:xfrm>
          <a:custGeom>
            <a:avLst/>
            <a:gdLst/>
            <a:ahLst/>
            <a:cxnLst/>
            <a:rect l="l" t="t" r="r" b="b"/>
            <a:pathLst>
              <a:path w="4713922" h="5759450">
                <a:moveTo>
                  <a:pt x="0" y="0"/>
                </a:moveTo>
                <a:lnTo>
                  <a:pt x="4713922" y="0"/>
                </a:lnTo>
                <a:lnTo>
                  <a:pt x="4713922" y="5759450"/>
                </a:lnTo>
                <a:lnTo>
                  <a:pt x="0" y="5759450"/>
                </a:lnTo>
                <a:close/>
              </a:path>
            </a:pathLst>
          </a:custGeom>
        </p:spPr>
      </p:pic>
      <p:pic>
        <p:nvPicPr>
          <p:cNvPr id="4" name="Graphic 3" descr="Robot">
            <a:extLst>
              <a:ext uri="{FF2B5EF4-FFF2-40B4-BE49-F238E27FC236}">
                <a16:creationId xmlns:a16="http://schemas.microsoft.com/office/drawing/2014/main" id="{33E08F16-DA69-4A55-64A4-4F96EFF0E6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3636" y="6308725"/>
            <a:ext cx="6858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171201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3059E1FE-9D48-8116-4354-065ED8827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000" y="1"/>
            <a:ext cx="6858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AD4EA4DF-0E7C-4098-86F6-7D0ACAEFC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7859713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C2BE4-FB59-2B3D-F7B6-E1C06FD00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416560"/>
            <a:ext cx="3177856" cy="1450332"/>
          </a:xfrm>
        </p:spPr>
        <p:txBody>
          <a:bodyPr anchor="b">
            <a:normAutofit fontScale="90000"/>
          </a:bodyPr>
          <a:lstStyle/>
          <a:p>
            <a:r>
              <a:rPr lang="en-US" sz="4800" b="1" dirty="0"/>
              <a:t>AI and Pacman</a:t>
            </a:r>
            <a:endParaRPr lang="en-US" sz="48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E05BC49-0F00-4C85-9AF5-A0CC5B39C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508065-F3F2-A674-4891-DBFBCFEF4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2062480"/>
            <a:ext cx="3565525" cy="403034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>
                    <a:alpha val="60000"/>
                  </a:schemeClr>
                </a:solidFill>
              </a:rPr>
              <a:t>Pac-Man has been a popular subject in AI research, with various algorithms and AI models developed to play the game. These studies often focus on pathfinding, decision-making, and strategy optimization, offering insights into more complex AI applications.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A31868-1B57-5518-6172-8AE01CC9CD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3750"/>
          <a:stretch/>
        </p:blipFill>
        <p:spPr>
          <a:xfrm>
            <a:off x="-12687590" y="10"/>
            <a:ext cx="12191981" cy="6857990"/>
          </a:xfrm>
          <a:custGeom>
            <a:avLst/>
            <a:gdLst/>
            <a:ahLst/>
            <a:cxnLst/>
            <a:rect l="l" t="t" r="r" b="b"/>
            <a:pathLst>
              <a:path w="7448551" h="6858000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045790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76424EA-2FE7-47E5-99E5-7EDD3063F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E8EDF7-8194-A38C-ED0E-3252D136B9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3750"/>
          <a:stretch/>
        </p:blipFill>
        <p:spPr>
          <a:xfrm>
            <a:off x="20" y="10"/>
            <a:ext cx="12191981" cy="6857990"/>
          </a:xfrm>
          <a:custGeom>
            <a:avLst/>
            <a:gdLst/>
            <a:ahLst/>
            <a:cxnLst/>
            <a:rect l="l" t="t" r="r" b="b"/>
            <a:pathLst>
              <a:path w="7448551" h="6858000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4345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DF33FDC-571E-5083-540A-EA80DCA8F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704850"/>
            <a:ext cx="3565524" cy="1560024"/>
          </a:xfrm>
        </p:spPr>
        <p:txBody>
          <a:bodyPr anchor="b">
            <a:normAutofit/>
          </a:bodyPr>
          <a:lstStyle/>
          <a:p>
            <a:r>
              <a:rPr lang="en-US" sz="4800" b="1" dirty="0"/>
              <a:t>Gameplay Mechanics</a:t>
            </a:r>
            <a:endParaRPr lang="en-US" sz="4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A77A568-38A5-0003-F7D8-F746496CD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2616507"/>
            <a:ext cx="3565525" cy="312370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 dirty="0">
                <a:solidFill>
                  <a:schemeClr val="tx1">
                    <a:alpha val="60000"/>
                  </a:schemeClr>
                </a:solidFill>
              </a:rPr>
              <a:t>The game is set in a maze where the player controls Pac-Man, navigating through to eat all dots while avoiding 3 different colored pellets that alternatively reduce time and score</a:t>
            </a:r>
          </a:p>
          <a:p>
            <a:pPr>
              <a:lnSpc>
                <a:spcPct val="90000"/>
              </a:lnSpc>
            </a:pPr>
            <a:endParaRPr lang="en-US" sz="1600" dirty="0">
              <a:solidFill>
                <a:schemeClr val="tx1">
                  <a:alpha val="60000"/>
                </a:schemeClr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34520CD9-5C02-4804-B8B5-9D167FDA9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 descr="A screenshot of a game&#10;&#10;Description automatically generated">
            <a:extLst>
              <a:ext uri="{FF2B5EF4-FFF2-40B4-BE49-F238E27FC236}">
                <a16:creationId xmlns:a16="http://schemas.microsoft.com/office/drawing/2014/main" id="{BD710AD5-EFE2-1B2B-7081-E99642A49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" y="-4588958"/>
            <a:ext cx="6973888" cy="3885450"/>
          </a:xfrm>
          <a:custGeom>
            <a:avLst/>
            <a:gdLst/>
            <a:ahLst/>
            <a:cxnLst/>
            <a:rect l="l" t="t" r="r" b="b"/>
            <a:pathLst>
              <a:path w="6973888" h="5761037">
                <a:moveTo>
                  <a:pt x="0" y="0"/>
                </a:moveTo>
                <a:lnTo>
                  <a:pt x="6973888" y="0"/>
                </a:lnTo>
                <a:lnTo>
                  <a:pt x="6973888" y="5761037"/>
                </a:lnTo>
                <a:lnTo>
                  <a:pt x="0" y="576103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275221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651832-289A-D4EA-E2C8-776A373C5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5614" y="549275"/>
            <a:ext cx="3565524" cy="3034657"/>
          </a:xfrm>
        </p:spPr>
        <p:txBody>
          <a:bodyPr anchor="b">
            <a:normAutofit/>
          </a:bodyPr>
          <a:lstStyle/>
          <a:p>
            <a:r>
              <a:rPr lang="en-US" sz="4800"/>
              <a:t>GUI for the Environment</a:t>
            </a:r>
          </a:p>
        </p:txBody>
      </p:sp>
      <p:pic>
        <p:nvPicPr>
          <p:cNvPr id="4" name="Picture 3" descr="A screenshot of a game&#10;&#10;Description automatically generated">
            <a:extLst>
              <a:ext uri="{FF2B5EF4-FFF2-40B4-BE49-F238E27FC236}">
                <a16:creationId xmlns:a16="http://schemas.microsoft.com/office/drawing/2014/main" id="{59F2CEB1-2986-B0EF-8D54-860A66370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4" y="1487068"/>
            <a:ext cx="6973888" cy="3885450"/>
          </a:xfrm>
          <a:custGeom>
            <a:avLst/>
            <a:gdLst/>
            <a:ahLst/>
            <a:cxnLst/>
            <a:rect l="l" t="t" r="r" b="b"/>
            <a:pathLst>
              <a:path w="6973888" h="5761037">
                <a:moveTo>
                  <a:pt x="0" y="0"/>
                </a:moveTo>
                <a:lnTo>
                  <a:pt x="6973888" y="0"/>
                </a:lnTo>
                <a:lnTo>
                  <a:pt x="6973888" y="5761037"/>
                </a:lnTo>
                <a:lnTo>
                  <a:pt x="0" y="5761037"/>
                </a:lnTo>
                <a:close/>
              </a:path>
            </a:pathLst>
          </a:cu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61B0F92C-925A-4D2E-839E-EB381378C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5000" y="4960218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3A0865F6-83D6-B617-7243-F542EAA48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2862" y="548481"/>
            <a:ext cx="2614507" cy="5761037"/>
          </a:xfrm>
          <a:custGeom>
            <a:avLst/>
            <a:gdLst/>
            <a:ahLst/>
            <a:cxnLst/>
            <a:rect l="l" t="t" r="r" b="b"/>
            <a:pathLst>
              <a:path w="5437187" h="5761037">
                <a:moveTo>
                  <a:pt x="0" y="0"/>
                </a:moveTo>
                <a:lnTo>
                  <a:pt x="5437187" y="0"/>
                </a:lnTo>
                <a:lnTo>
                  <a:pt x="5437187" y="5761037"/>
                </a:lnTo>
                <a:lnTo>
                  <a:pt x="0" y="576103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37601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890F7-2A1E-4EEA-D314-EF9F7EF05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5437187" cy="298623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/>
              <a:t>Best Scores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EBFBB3C-FA07-4A06-A8D8-D690F92A2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6000" y="501282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ACEAD49D-87BD-6879-A4AF-8A84E7CD4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292" y="549275"/>
            <a:ext cx="2614507" cy="5761037"/>
          </a:xfrm>
          <a:custGeom>
            <a:avLst/>
            <a:gdLst/>
            <a:ahLst/>
            <a:cxnLst/>
            <a:rect l="l" t="t" r="r" b="b"/>
            <a:pathLst>
              <a:path w="5437187" h="5761037">
                <a:moveTo>
                  <a:pt x="0" y="0"/>
                </a:moveTo>
                <a:lnTo>
                  <a:pt x="5437187" y="0"/>
                </a:lnTo>
                <a:lnTo>
                  <a:pt x="5437187" y="5761037"/>
                </a:lnTo>
                <a:lnTo>
                  <a:pt x="0" y="5761037"/>
                </a:lnTo>
                <a:close/>
              </a:path>
            </a:pathLst>
          </a:custGeom>
        </p:spPr>
      </p:pic>
      <p:pic>
        <p:nvPicPr>
          <p:cNvPr id="6" name="Picture 5" descr="A colorful lights on a dark background&#10;&#10;Description automatically generated">
            <a:extLst>
              <a:ext uri="{FF2B5EF4-FFF2-40B4-BE49-F238E27FC236}">
                <a16:creationId xmlns:a16="http://schemas.microsoft.com/office/drawing/2014/main" id="{A4F0DFC6-2265-B1C4-3C6A-2B313B672D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79" b="1"/>
          <a:stretch/>
        </p:blipFill>
        <p:spPr>
          <a:xfrm>
            <a:off x="9301" y="7816403"/>
            <a:ext cx="1219198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552497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lorful lights on a dark background&#10;&#10;Description automatically generated">
            <a:extLst>
              <a:ext uri="{FF2B5EF4-FFF2-40B4-BE49-F238E27FC236}">
                <a16:creationId xmlns:a16="http://schemas.microsoft.com/office/drawing/2014/main" id="{0ECFC24B-02BD-19BE-425E-10815DC69D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79" b="1"/>
          <a:stretch/>
        </p:blipFill>
        <p:spPr>
          <a:xfrm>
            <a:off x="20" y="1"/>
            <a:ext cx="1219198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AD4EA4DF-0E7C-4098-86F6-7D0ACAEFC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332287" y="0"/>
            <a:ext cx="7859713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60460-BA66-C67A-1BA3-440ED811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674" y="1985412"/>
            <a:ext cx="3565524" cy="2887174"/>
          </a:xfrm>
        </p:spPr>
        <p:txBody>
          <a:bodyPr vert="horz" wrap="square" lIns="0" tIns="0" rIns="0" bIns="0" rtlCol="0" anchor="b" anchorCtr="0">
            <a:normAutofit fontScale="90000"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Britannic Bold" panose="020B0903060703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Thank you</a:t>
            </a:r>
            <a:br>
              <a:rPr lang="en-US" sz="6600" kern="1200" dirty="0">
                <a:solidFill>
                  <a:schemeClr val="tx1"/>
                </a:solidFill>
                <a:latin typeface="Britannic Bold" panose="020B0903060703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endParaRPr lang="en-US" sz="6600" kern="1200" dirty="0">
              <a:solidFill>
                <a:schemeClr val="tx1"/>
              </a:solidFill>
              <a:latin typeface="Britannic Bold" panose="020B0903060703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E05BC49-0F00-4C85-9AF5-A0CC5B39C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164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3DFloatVTI">
  <a:themeElements>
    <a:clrScheme name="AnalogousFromRegularSeed_2SEEDS">
      <a:dk1>
        <a:srgbClr val="000000"/>
      </a:dk1>
      <a:lt1>
        <a:srgbClr val="FFFFFF"/>
      </a:lt1>
      <a:dk2>
        <a:srgbClr val="311B25"/>
      </a:dk2>
      <a:lt2>
        <a:srgbClr val="F2F0F3"/>
      </a:lt2>
      <a:accent1>
        <a:srgbClr val="49B614"/>
      </a:accent1>
      <a:accent2>
        <a:srgbClr val="89AD1F"/>
      </a:accent2>
      <a:accent3>
        <a:srgbClr val="21B92E"/>
      </a:accent3>
      <a:accent4>
        <a:srgbClr val="243BD7"/>
      </a:accent4>
      <a:accent5>
        <a:srgbClr val="6029E7"/>
      </a:accent5>
      <a:accent6>
        <a:srgbClr val="9D17D5"/>
      </a:accent6>
      <a:hlink>
        <a:srgbClr val="953FBF"/>
      </a:hlink>
      <a:folHlink>
        <a:srgbClr val="7F7F7F"/>
      </a:folHlink>
    </a:clrScheme>
    <a:fontScheme name="Float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142</Words>
  <Application>Microsoft Office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Avenir Next LT Pro</vt:lpstr>
      <vt:lpstr>Avenir Next LT Pro (Headings)</vt:lpstr>
      <vt:lpstr>Britannic Bold</vt:lpstr>
      <vt:lpstr>3DFloatVTI</vt:lpstr>
      <vt:lpstr>Pacman </vt:lpstr>
      <vt:lpstr>Introduction to Pac-Man</vt:lpstr>
      <vt:lpstr>AI and Pacman</vt:lpstr>
      <vt:lpstr>Gameplay Mechanics</vt:lpstr>
      <vt:lpstr>GUI for the Environment</vt:lpstr>
      <vt:lpstr>Best Scores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Pacman </dc:title>
  <dc:creator>Mohamed215348</dc:creator>
  <cp:lastModifiedBy>Mohamed215348</cp:lastModifiedBy>
  <cp:revision>1</cp:revision>
  <dcterms:created xsi:type="dcterms:W3CDTF">2023-12-13T19:33:32Z</dcterms:created>
  <dcterms:modified xsi:type="dcterms:W3CDTF">2023-12-13T19:52:20Z</dcterms:modified>
</cp:coreProperties>
</file>